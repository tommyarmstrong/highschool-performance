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225700"/>
            <a:ext cx="9144000" cy="291780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744575"/>
            <a:ext cx="8520600" cy="58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3600"/>
              <a:buNone/>
              <a:defRPr sz="3600">
                <a:solidFill>
                  <a:srgbClr val="1155CC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427448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7" name="Google Shape;1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801983"/>
            <a:ext cx="9144000" cy="34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2" name="Google Shape;22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801983"/>
            <a:ext cx="9144000" cy="34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8" name="Google Shape;2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801983"/>
            <a:ext cx="9144000" cy="34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2" name="Google Shape;3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801983"/>
            <a:ext cx="9144000" cy="34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7" name="Google Shape;3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801983"/>
            <a:ext cx="9144000" cy="34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" name="Google Shape;44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" name="Google Shape;45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7" name="Google Shape;4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801983"/>
            <a:ext cx="9144000" cy="34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1" name="Google Shape;5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801983"/>
            <a:ext cx="9144000" cy="34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6" name="Google Shape;5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801983"/>
            <a:ext cx="9144000" cy="34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9" name="Google Shape;5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801983"/>
            <a:ext cx="9144000" cy="34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400"/>
              <a:buNone/>
              <a:defRPr sz="2400">
                <a:solidFill>
                  <a:srgbClr val="1155C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744575"/>
            <a:ext cx="8520600" cy="58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/>
              <a:t>Haringey Schools</a:t>
            </a:r>
            <a:endParaRPr sz="3200"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1427448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